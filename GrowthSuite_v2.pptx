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3291840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3291840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3291840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52360" y="3291840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3291840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58200" y="3291840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3767328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3767328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3767328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52360" y="3767328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3767328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58200" y="3767328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4242816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4242816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4242816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52360" y="4242816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4242816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58200" y="4242816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4718304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46520" y="4718304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4718304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52360" y="4718304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4718304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58200" y="4718304"/>
            <a:ext cx="91440" cy="91440"/>
          </a:xfrm>
          <a:prstGeom prst="ellipse">
            <a:avLst/>
          </a:prstGeom>
          <a:solidFill>
            <a:srgbClr val="00D68F">
              <a:alpha val="25000"/>
            </a:srgbClr>
          </a:solidFill>
          <a:ln w="12700">
            <a:solidFill>
              <a:srgbClr val="00D68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02920"/>
            <a:ext cx="2331720" cy="347472"/>
          </a:xfrm>
          <a:prstGeom prst="rect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5029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0D68F"/>
                </a:solidFill>
              </a:rPr>
              <a:t>Respaldado por Meta PotencIA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10058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Cerebro de</a:t>
            </a:r>
            <a:endParaRPr lang="en-US" sz="6200" dirty="0"/>
          </a:p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 Restaurante.</a:t>
            </a:r>
            <a:endParaRPr lang="en-US" sz="6200" dirty="0"/>
          </a:p>
        </p:txBody>
      </p:sp>
      <p:sp>
        <p:nvSpPr>
          <p:cNvPr id="30" name="Text 28"/>
          <p:cNvSpPr/>
          <p:nvPr/>
        </p:nvSpPr>
        <p:spPr>
          <a:xfrm>
            <a:off x="502920" y="30632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de IA que responden clientes, cierran ventas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operan tu negocio — desde WhatsApp.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02920" y="4023360"/>
            <a:ext cx="2011680" cy="56692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23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tu Demo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43200" y="4133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growthsuite.mx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01  CONOCE GROWTHSUITE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GrowthSuite ve tu negocio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 lo opera por ti.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9019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equipo de agentes de IA que escucha a tus clientes, lee tus mensajes y opera tu POS — igual que tu mejor empleado. Sin APIs complejas. Sin capacitacion. Solo resultados.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2743200"/>
            <a:ext cx="2743200" cy="208483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743200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2907792"/>
            <a:ext cx="384048" cy="384048"/>
          </a:xfrm>
          <a:prstGeom prst="rect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Agentes autonomos en WhatsApp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00507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GrowthSuite no espera que le pregunten. Monitorea tus ventas, inventario y reservaciones y te avisa antes de que algo falle.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2743200"/>
            <a:ext cx="2743200" cy="208483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27832" y="2743200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2907792"/>
            <a:ext cx="384048" cy="384048"/>
          </a:xfrm>
          <a:prstGeom prst="rect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 tu POS sin que lo toques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400507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navegan tu sistema de punto de venta como lo haria tu mejor cajero. Reportes, cortes, inventario — sin que levantes un dedo.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35624" y="2743200"/>
            <a:ext cx="2743200" cy="208483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2743200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2907792"/>
            <a:ext cx="384048" cy="384048"/>
          </a:xfrm>
          <a:prstGeom prst="rect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0216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Completa las tareas de principio a fin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72784" y="4005072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bots solo responden. GrowthSuite termina: confirma reservaciones, genera pedidos a proveedores, envia reportes y alerta anomalias.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02  EL PROBLEMA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Los restauranteros operan a ciegas.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informacion esta rota en mil canales. No saben que pasa en su negocio en este momento.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2029968"/>
            <a:ext cx="2743200" cy="28346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2029968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214884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57200" y="2990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va a Rappi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44728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peso que venden, dan 30 centavos a los agregadores — sin datos, sin relacion con el cliente.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2029968"/>
            <a:ext cx="2743200" cy="28346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2029968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14884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364992" y="2990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Quiebran en 3 años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64992" y="344728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no tener visibilidad de costos, mermas e inventario. El problema no es el producto — es la informacion.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35624" y="2029968"/>
            <a:ext cx="2743200" cy="28346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35624" y="2029968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2148840"/>
            <a:ext cx="25237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272784" y="29900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Respuestas de noche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72784" y="3447288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no contesta solo. Los clientes escriben a las 11pm y se van a la competencia si nadie responde.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03  COMO FUNCIONA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Pregunta.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GrowthSuite actua.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7276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apps nuevas. Tu equipo ya usa WhatsApp.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curva de aprendizaje.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4069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331720"/>
            <a:ext cx="64008" cy="77724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04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friccion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 curva de aprendizaje. El dueno ya vive en WhatsApp.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069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200400"/>
            <a:ext cx="64008" cy="77724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273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Memoria real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84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agentes recuerdan ayer, la semana pasada y el mes anterior.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4069080" cy="77724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069080"/>
            <a:ext cx="64008" cy="77724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422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en tiempo real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453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respuesta viene de tu POS, inventario y reservaciones.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502920"/>
            <a:ext cx="4160520" cy="4434840"/>
          </a:xfrm>
          <a:prstGeom prst="rect">
            <a:avLst/>
          </a:prstGeom>
          <a:solidFill>
            <a:srgbClr val="060D18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502920"/>
            <a:ext cx="4160520" cy="475488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53035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GrowthSuite  |  Tu negocio en WhatsApp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87552"/>
            <a:ext cx="416052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0840" y="1097280"/>
            <a:ext cx="2029968" cy="38404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0972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vendi ayer?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1572768"/>
            <a:ext cx="3291840" cy="86868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618488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Vendiste $14,320 MXN ayer.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Taco dorado ($4,200), Agua fresca ($2,800).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 nocturno subio 23% vs lunes pasado.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2542032"/>
            <a:ext cx="2834640" cy="47548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54203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camarones para manana?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46320" y="3108960"/>
            <a:ext cx="3291840" cy="822960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3 grupos reservados (12 personas).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Stock: 800g — necesitas min 2kg.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Hago el pedido a Mariscos Ramirez ahora?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4023360"/>
            <a:ext cx="2286000" cy="38404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0233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8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vendio mas este mes?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04  RESULTADOS REALES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GrowthSuite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 el negocio.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347472" y="1920240"/>
            <a:ext cx="2029968" cy="20574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920240"/>
            <a:ext cx="2029968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2029968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20624" y="2852928"/>
            <a:ext cx="18836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 activos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CDMX hoy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23744" y="1920240"/>
            <a:ext cx="2029968" cy="20574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23744" y="1920240"/>
            <a:ext cx="2029968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96896" y="2029968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596896" y="2852928"/>
            <a:ext cx="18836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/ 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procesados por 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0016" y="1920240"/>
            <a:ext cx="2029968" cy="20574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0016" y="1920240"/>
            <a:ext cx="2029968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029968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5,000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773168" y="2852928"/>
            <a:ext cx="18836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de WhatsApp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mes respondidos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76288" y="1920240"/>
            <a:ext cx="2029968" cy="205740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76288" y="1920240"/>
            <a:ext cx="2029968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029968"/>
            <a:ext cx="188366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$799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949440" y="2852928"/>
            <a:ext cx="188366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 al 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incluido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4133088"/>
            <a:ext cx="8449056" cy="804672"/>
          </a:xfrm>
          <a:prstGeom prst="rect">
            <a:avLst/>
          </a:prstGeom>
          <a:solidFill>
            <a:srgbClr val="0F1E35"/>
          </a:solidFill>
          <a:ln w="12700">
            <a:solidFill>
              <a:srgbClr val="003D2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4133088"/>
            <a:ext cx="73152" cy="80467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4206240"/>
            <a:ext cx="621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 mando WhatsApp a mi restaurante como le mando a mi gerente. Pero este me contesta con numeros."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" y="4663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La Llorona · CDMX  (piloto activo)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05  EL MERCADO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600K restaurantes en Mexico.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del 5% tiene tecnologia real — esa es la oportunidad.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" y="1307592"/>
            <a:ext cx="2834640" cy="2834640"/>
          </a:xfrm>
          <a:prstGeom prst="ellipse">
            <a:avLst/>
          </a:prstGeom>
          <a:solidFill>
            <a:srgbClr val="006644">
              <a:alpha val="8000"/>
            </a:srgbClr>
          </a:solidFill>
          <a:ln w="12700">
            <a:solidFill>
              <a:srgbClr val="006644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554480"/>
            <a:ext cx="2340864" cy="2340864"/>
          </a:xfrm>
          <a:prstGeom prst="ellipse">
            <a:avLst/>
          </a:prstGeom>
          <a:solidFill>
            <a:srgbClr val="006644">
              <a:alpha val="16000"/>
            </a:srgbClr>
          </a:solidFill>
          <a:ln w="12700">
            <a:solidFill>
              <a:srgbClr val="006644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19072"/>
            <a:ext cx="2011680" cy="2011680"/>
          </a:xfrm>
          <a:prstGeom prst="ellipse">
            <a:avLst/>
          </a:prstGeom>
          <a:solidFill>
            <a:srgbClr val="006644">
              <a:alpha val="25000"/>
            </a:srgbClr>
          </a:solidFill>
          <a:ln w="12700">
            <a:solidFill>
              <a:srgbClr val="006644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10512"/>
            <a:ext cx="1828800" cy="1828800"/>
          </a:xfrm>
          <a:prstGeom prst="ellipse">
            <a:avLst/>
          </a:prstGeom>
          <a:solidFill>
            <a:srgbClr val="060E1C"/>
          </a:solidFill>
          <a:ln w="31750">
            <a:solidFill>
              <a:srgbClr val="00D6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1947672"/>
            <a:ext cx="1554480" cy="1554480"/>
          </a:xfrm>
          <a:prstGeom prst="ellipse">
            <a:avLst/>
          </a:prstGeom>
          <a:solidFill>
            <a:srgbClr val="060E1C"/>
          </a:solidFill>
          <a:ln w="6350">
            <a:solidFill>
              <a:srgbClr val="00D68F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494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15M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78408" y="2889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" y="38039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hospitalidad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mundo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54680" y="1307592"/>
            <a:ext cx="2834640" cy="2834640"/>
          </a:xfrm>
          <a:prstGeom prst="ellipse">
            <a:avLst/>
          </a:prstGeom>
          <a:solidFill>
            <a:srgbClr val="005533">
              <a:alpha val="8000"/>
            </a:srgbClr>
          </a:solidFill>
          <a:ln w="12700">
            <a:solidFill>
              <a:srgbClr val="005533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554480"/>
            <a:ext cx="2340864" cy="2340864"/>
          </a:xfrm>
          <a:prstGeom prst="ellipse">
            <a:avLst/>
          </a:prstGeom>
          <a:solidFill>
            <a:srgbClr val="005533">
              <a:alpha val="16000"/>
            </a:srgbClr>
          </a:solidFill>
          <a:ln w="12700">
            <a:solidFill>
              <a:srgbClr val="005533">
                <a:alpha val="1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719072"/>
            <a:ext cx="2011680" cy="2011680"/>
          </a:xfrm>
          <a:prstGeom prst="ellipse">
            <a:avLst/>
          </a:prstGeom>
          <a:solidFill>
            <a:srgbClr val="005533">
              <a:alpha val="25000"/>
            </a:srgbClr>
          </a:solidFill>
          <a:ln w="12700">
            <a:solidFill>
              <a:srgbClr val="005533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810512"/>
            <a:ext cx="1828800" cy="1828800"/>
          </a:xfrm>
          <a:prstGeom prst="ellipse">
            <a:avLst/>
          </a:prstGeom>
          <a:solidFill>
            <a:srgbClr val="060E1C"/>
          </a:solidFill>
          <a:ln w="31750">
            <a:solidFill>
              <a:srgbClr val="00D6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94760" y="1947672"/>
            <a:ext cx="1554480" cy="1554480"/>
          </a:xfrm>
          <a:prstGeom prst="ellipse">
            <a:avLst/>
          </a:prstGeom>
          <a:solidFill>
            <a:srgbClr val="060E1C"/>
          </a:solidFill>
          <a:ln w="6350">
            <a:solidFill>
              <a:srgbClr val="00D68F">
                <a:alpha val="3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2494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3M</a:t>
            </a:r>
            <a:endParaRPr lang="en-US" sz="5800" dirty="0"/>
          </a:p>
        </p:txBody>
      </p:sp>
      <p:sp>
        <p:nvSpPr>
          <p:cNvPr id="19" name="Text 17"/>
          <p:cNvSpPr/>
          <p:nvPr/>
        </p:nvSpPr>
        <p:spPr>
          <a:xfrm>
            <a:off x="3886200" y="2889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8039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Latinoamerica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062472" y="1307592"/>
            <a:ext cx="2834640" cy="2834640"/>
          </a:xfrm>
          <a:prstGeom prst="ellipse">
            <a:avLst/>
          </a:prstGeom>
          <a:solidFill>
            <a:srgbClr val="004422">
              <a:alpha val="8000"/>
            </a:srgbClr>
          </a:solidFill>
          <a:ln w="12700">
            <a:solidFill>
              <a:srgbClr val="004422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554480"/>
            <a:ext cx="2340864" cy="2340864"/>
          </a:xfrm>
          <a:prstGeom prst="ellipse">
            <a:avLst/>
          </a:prstGeom>
          <a:solidFill>
            <a:srgbClr val="004422">
              <a:alpha val="16000"/>
            </a:srgbClr>
          </a:solidFill>
          <a:ln w="12700">
            <a:solidFill>
              <a:srgbClr val="004422">
                <a:alpha val="1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1719072"/>
            <a:ext cx="2011680" cy="2011680"/>
          </a:xfrm>
          <a:prstGeom prst="ellipse">
            <a:avLst/>
          </a:prstGeom>
          <a:solidFill>
            <a:srgbClr val="004422">
              <a:alpha val="25000"/>
            </a:srgbClr>
          </a:solidFill>
          <a:ln w="12700">
            <a:solidFill>
              <a:srgbClr val="004422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65392" y="1810512"/>
            <a:ext cx="1828800" cy="1828800"/>
          </a:xfrm>
          <a:prstGeom prst="ellipse">
            <a:avLst/>
          </a:prstGeom>
          <a:solidFill>
            <a:srgbClr val="060E1C"/>
          </a:solidFill>
          <a:ln w="31750">
            <a:solidFill>
              <a:srgbClr val="00D6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02552" y="1947672"/>
            <a:ext cx="1554480" cy="1554480"/>
          </a:xfrm>
          <a:prstGeom prst="ellipse">
            <a:avLst/>
          </a:prstGeom>
          <a:solidFill>
            <a:srgbClr val="060E1C"/>
          </a:solidFill>
          <a:ln w="6350">
            <a:solidFill>
              <a:srgbClr val="00D68F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65392" y="2249424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800K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6793992" y="2889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3803904"/>
            <a:ext cx="23774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Negocios de comida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hospedaje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Mexico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681728"/>
            <a:ext cx="8229600" cy="0"/>
          </a:xfrm>
          <a:prstGeom prst="line">
            <a:avLst/>
          </a:prstGeom>
          <a:noFill/>
          <a:ln w="9525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D68F"/>
                </a:solidFill>
              </a:rPr>
              <a:t>El mismo motor escala a 15M negocios globales.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06  LA ESTRATEGIA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motor que se retroalimenta.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restaurante mejora la IA. Cada mejora consigue mas restaurantes. El ciclo escala.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005840" y="1508760"/>
            <a:ext cx="4023360" cy="2487168"/>
          </a:xfrm>
          <a:prstGeom prst="ellipse">
            <a:avLst/>
          </a:prstGeom>
          <a:solidFill>
            <a:srgbClr val="080E1A"/>
          </a:solidFill>
          <a:ln w="19050">
            <a:solidFill>
              <a:srgbClr val="0D3A2F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831336" y="1938528"/>
            <a:ext cx="932688" cy="566928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  <a:tailEnd type="arrow"/>
          </a:ln>
        </p:spPr>
      </p:sp>
      <p:sp>
        <p:nvSpPr>
          <p:cNvPr id="7" name="Shape 5"/>
          <p:cNvSpPr/>
          <p:nvPr/>
        </p:nvSpPr>
        <p:spPr>
          <a:xfrm flipH="1">
            <a:off x="3831336" y="3127248"/>
            <a:ext cx="932688" cy="548640"/>
          </a:xfrm>
          <a:prstGeom prst="line">
            <a:avLst/>
          </a:prstGeom>
          <a:noFill/>
          <a:ln w="31750">
            <a:solidFill>
              <a:srgbClr val="00D68F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 flipH="1" flipV="1">
            <a:off x="1335024" y="3127248"/>
            <a:ext cx="923544" cy="548640"/>
          </a:xfrm>
          <a:prstGeom prst="line">
            <a:avLst/>
          </a:prstGeom>
          <a:noFill/>
          <a:ln w="31750">
            <a:solidFill>
              <a:srgbClr val="34D399"/>
            </a:solidFill>
            <a:prstDash val="solid"/>
            <a:tailEnd type="arrow"/>
          </a:ln>
        </p:spPr>
      </p:sp>
      <p:sp>
        <p:nvSpPr>
          <p:cNvPr id="9" name="Shape 7"/>
          <p:cNvSpPr/>
          <p:nvPr/>
        </p:nvSpPr>
        <p:spPr>
          <a:xfrm flipV="1">
            <a:off x="1335024" y="1938528"/>
            <a:ext cx="923544" cy="566928"/>
          </a:xfrm>
          <a:prstGeom prst="line">
            <a:avLst/>
          </a:prstGeom>
          <a:noFill/>
          <a:ln w="31750">
            <a:solidFill>
              <a:srgbClr val="6EE7B7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258568" y="1627632"/>
            <a:ext cx="1572768" cy="621792"/>
          </a:xfrm>
          <a:prstGeom prst="rect">
            <a:avLst/>
          </a:prstGeom>
          <a:solidFill>
            <a:srgbClr val="0A162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58568" y="1627632"/>
            <a:ext cx="5486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68296" y="1682496"/>
            <a:ext cx="310896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68296" y="168249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01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61488" y="168249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reales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50008" y="195681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tickets, ventas, mermas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negocio real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977640" y="2505456"/>
            <a:ext cx="1572768" cy="621792"/>
          </a:xfrm>
          <a:prstGeom prst="rect">
            <a:avLst/>
          </a:prstGeom>
          <a:solidFill>
            <a:srgbClr val="0A1628"/>
          </a:solidFill>
          <a:ln w="19050">
            <a:solidFill>
              <a:srgbClr val="00D6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2505456"/>
            <a:ext cx="54864" cy="621792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87368" y="2560320"/>
            <a:ext cx="310896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87368" y="25603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68F"/>
                </a:solidFill>
              </a:rPr>
              <a:t>02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80560" y="256032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entrena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069080" y="2834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propios del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servicios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58568" y="3364992"/>
            <a:ext cx="1572768" cy="621792"/>
          </a:xfrm>
          <a:prstGeom prst="rect">
            <a:avLst/>
          </a:prstGeom>
          <a:solidFill>
            <a:srgbClr val="0A162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58568" y="3364992"/>
            <a:ext cx="54864" cy="6217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8296" y="3419856"/>
            <a:ext cx="310896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68296" y="3419856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61488" y="3419856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Producto mejor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350008" y="36941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que ningun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competidor tiene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2505456"/>
            <a:ext cx="1572768" cy="621792"/>
          </a:xfrm>
          <a:prstGeom prst="rect">
            <a:avLst/>
          </a:prstGeom>
          <a:solidFill>
            <a:srgbClr val="0A1628"/>
          </a:solidFill>
          <a:ln w="19050">
            <a:solidFill>
              <a:srgbClr val="6EE7B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2505456"/>
            <a:ext cx="54864" cy="6217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" y="2560320"/>
            <a:ext cx="310896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256032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EE7B7"/>
                </a:solidFill>
              </a:rPr>
              <a:t>04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51560" y="2560320"/>
            <a:ext cx="1024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 clientes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28346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vuelve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paso 01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59152" y="2427732"/>
            <a:ext cx="1371600" cy="777240"/>
          </a:xfrm>
          <a:prstGeom prst="ellipse">
            <a:avLst/>
          </a:prstGeom>
          <a:solidFill>
            <a:srgbClr val="060F1E"/>
          </a:solidFill>
          <a:ln w="19050">
            <a:solidFill>
              <a:srgbClr val="00D6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59152" y="2427732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D6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GrowthSuite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50408" y="2816352"/>
            <a:ext cx="621792" cy="0"/>
          </a:xfrm>
          <a:prstGeom prst="line">
            <a:avLst/>
          </a:prstGeom>
          <a:noFill/>
          <a:ln w="38100">
            <a:solidFill>
              <a:srgbClr val="00D68F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6199632" y="1627632"/>
            <a:ext cx="2651760" cy="235915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1627632"/>
            <a:ext cx="2651760" cy="54864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D68F"/>
                </a:solidFill>
              </a:rPr>
              <a:t>AÑO 1+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09360" y="1965960"/>
            <a:ext cx="2423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mismo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motor, nuevos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sectores.</a:t>
            </a:r>
            <a:endParaRPr lang="en-US" sz="1900" dirty="0"/>
          </a:p>
        </p:txBody>
      </p:sp>
      <p:sp>
        <p:nvSpPr>
          <p:cNvPr id="41" name="Text 39"/>
          <p:cNvSpPr/>
          <p:nvPr/>
        </p:nvSpPr>
        <p:spPr>
          <a:xfrm>
            <a:off x="6309360" y="272491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reescribir nada.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cambias el sector.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09360" y="3291840"/>
            <a:ext cx="2331720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3291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Hoteles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09360" y="3584448"/>
            <a:ext cx="2331720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09360" y="358444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68F"/>
                </a:solidFill>
              </a:rPr>
              <a:t>Spas · Wellness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309360" y="3877056"/>
            <a:ext cx="2331720" cy="237744"/>
          </a:xfrm>
          <a:prstGeom prst="rect">
            <a:avLst/>
          </a:prstGeom>
          <a:solidFill>
            <a:srgbClr val="003D28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3877056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Manufactura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3BF"/>
                </a:solidFill>
              </a:rPr>
              <a:t>Como Lance AI domino hoteles — nosotros dominamos restaurantes, y luego el resto.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36C"/>
                </a:solidFill>
              </a:rPr>
              <a:t>07  MODELO DE NEGOCIO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2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Simple. Recurrente. Sin sorpresas.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3886200" cy="352044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3886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68F"/>
                </a:solidFill>
              </a:rPr>
              <a:t>Plan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$799</a:t>
            </a:r>
            <a:endParaRPr lang="en-US" sz="8200" dirty="0"/>
          </a:p>
        </p:txBody>
      </p:sp>
      <p:sp>
        <p:nvSpPr>
          <p:cNvPr id="9" name="Text 7"/>
          <p:cNvSpPr/>
          <p:nvPr/>
        </p:nvSpPr>
        <p:spPr>
          <a:xfrm>
            <a:off x="50292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A3BF"/>
                </a:solidFill>
              </a:rPr>
              <a:t>MXN / mes · todo incluido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3474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completo en la nube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WhatsApp 24/7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en linea sin comisiones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Reservaciones propias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contratos. Cancela cuando quieras.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13716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 que funciona el numero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17720" y="190195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9019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</a:rPr>
              <a:t>LTV estimado (24 meses)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452360" y="1901952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36C"/>
                </a:solidFill>
              </a:rPr>
              <a:t>$19,176 MXN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2468880"/>
            <a:ext cx="41605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46888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</a:rPr>
              <a:t>CAC objetivo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246888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36C"/>
                </a:solidFill>
              </a:rPr>
              <a:t>&lt; $1,500 MXN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3035808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03580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</a:rPr>
              <a:t>LTV / CAC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52360" y="3035808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36C"/>
                </a:solidFill>
              </a:rPr>
              <a:t>12.8x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3602736"/>
            <a:ext cx="41605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60273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</a:rPr>
              <a:t>Churn objetivo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52360" y="3602736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36C"/>
                </a:solidFill>
              </a:rPr>
              <a:t>&lt; 3% mensual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0" y="416966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416966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580"/>
                </a:solidFill>
              </a:rPr>
              <a:t>Margen bruto objetivo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416966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A36C"/>
                </a:solidFill>
              </a:rPr>
              <a:t>&gt; 70%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17720" y="4773168"/>
            <a:ext cx="4160520" cy="256032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17720" y="47731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68F"/>
                </a:solidFill>
              </a:rPr>
              <a:t>Meta año 1: 200 restaurantes = $1.9M MXN ARR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A36C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15984" y="0"/>
            <a:ext cx="128016" cy="5143500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68F"/>
                </a:solidFill>
              </a:rPr>
              <a:t>08  EQUIPO + LO QUE PEDIMOS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" y="640080"/>
            <a:ext cx="2743200" cy="15087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640080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777240"/>
            <a:ext cx="566928" cy="566928"/>
          </a:xfrm>
          <a:prstGeom prst="ellipse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68F"/>
                </a:solidFill>
              </a:rPr>
              <a:t>HV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777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Hector Velasquez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68F"/>
                </a:solidFill>
              </a:rPr>
              <a:t>CEO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13898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Lic. Economia · Maestro Matematicas · Opera restaurante propio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640080"/>
            <a:ext cx="2743200" cy="15087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640080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19856" y="777240"/>
            <a:ext cx="566928" cy="566928"/>
          </a:xfrm>
          <a:prstGeom prst="ellipse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68F"/>
                </a:solidFill>
              </a:rPr>
              <a:t>JS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078224" y="777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Jampier Smith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78224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68F"/>
                </a:solidFill>
              </a:rPr>
              <a:t>CTO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19856" y="13898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Bach. Informatica · Full Stack · Arquitecto del sistema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63056" y="640080"/>
            <a:ext cx="2743200" cy="150876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640080"/>
            <a:ext cx="27432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7648" y="777240"/>
            <a:ext cx="566928" cy="566928"/>
          </a:xfrm>
          <a:prstGeom prst="ellipse">
            <a:avLst/>
          </a:prstGeom>
          <a:solidFill>
            <a:srgbClr val="003D28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777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68F"/>
                </a:solidFill>
              </a:rPr>
              <a:t>VA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86016" y="77724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Victor Anza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86016" y="10789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68F"/>
                </a:solidFill>
              </a:rPr>
              <a:t>CPO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27648" y="1389888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Lic. Diseño Grafico · 4 años en Marketing y Producto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47472" y="2331720"/>
            <a:ext cx="8449056" cy="621792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331720"/>
            <a:ext cx="844905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microservicios  ·  WhatsApp Business API  ·  Llama + RAG entrenado en datos del sector  ·  POS cloud propio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3127248"/>
            <a:ext cx="27432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3163824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de modelos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para el sector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255264" y="3127248"/>
            <a:ext cx="27432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64992" y="3163824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Mentoria en arquitectura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 IA responsable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163056" y="3127248"/>
            <a:ext cx="2743200" cy="960120"/>
          </a:xfrm>
          <a:prstGeom prst="rect">
            <a:avLst/>
          </a:prstGeom>
          <a:solidFill>
            <a:srgbClr val="0F1E35"/>
          </a:solidFill>
          <a:ln w="12700">
            <a:solidFill>
              <a:srgbClr val="00D68F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72784" y="3163824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computo y 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mentores para escalar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0" y="4251960"/>
            <a:ext cx="9144000" cy="64008"/>
          </a:xfrm>
          <a:prstGeom prst="rect">
            <a:avLst/>
          </a:prstGeom>
          <a:solidFill>
            <a:srgbClr val="00D68F"/>
          </a:solidFill>
          <a:ln w="12700">
            <a:solidFill>
              <a:srgbClr val="00D6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3BF"/>
                </a:solidFill>
              </a:rPr>
              <a:t>hectoremilio1000@gmail.com   |   growthsuite.mx   |   Meta PotencIA 2026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D68F"/>
                </a:solidFill>
              </a:rPr>
              <a:t>El restaurante que se opera solo empieza aqui.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47548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D68F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GrowthSuite — El Cerebro de tu Restaurante</dc:title>
  <dc:subject>PptxGenJS Presentation</dc:subject>
  <dc:creator>PptxGenJS</dc:creator>
  <cp:lastModifiedBy>PptxGenJS</cp:lastModifiedBy>
  <cp:revision>1</cp:revision>
  <dcterms:created xsi:type="dcterms:W3CDTF">2026-04-09T21:59:32Z</dcterms:created>
  <dcterms:modified xsi:type="dcterms:W3CDTF">2026-04-09T21:59:32Z</dcterms:modified>
</cp:coreProperties>
</file>