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96912" y="228600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35824" y="228600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4736" y="228600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13648" y="228600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667512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96912" y="667512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667512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4736" y="667512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13648" y="667512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106424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96912" y="1106424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1106424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106424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13648" y="1106424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545336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96912" y="1545336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1545336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4736" y="1545336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1545336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984248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96912" y="1984248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35824" y="1984248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74736" y="1984248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1984248"/>
            <a:ext cx="82296" cy="82296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868680"/>
            <a:ext cx="219456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868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</a:rPr>
              <a:t>INNOVACION IA · FOOD TECH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137160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GrowthSuite</a:t>
            </a:r>
            <a:endParaRPr lang="en-US" sz="6600" dirty="0"/>
          </a:p>
        </p:txBody>
      </p:sp>
      <p:sp>
        <p:nvSpPr>
          <p:cNvPr id="31" name="Text 29"/>
          <p:cNvSpPr/>
          <p:nvPr/>
        </p:nvSpPr>
        <p:spPr>
          <a:xfrm>
            <a:off x="502920" y="2697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IA que opera tu restaurante. 24/7.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17373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$799 / mes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292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Respaldado por Meta PotencIA  |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restaurantes en Mexico operan a ciegas — y pagan el precio.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2651760" cy="3337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venta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 a Rappi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datos, sin control, sin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 directa con el cliente.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89888"/>
            <a:ext cx="2651760" cy="3337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restaurantes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quiebran en 3 años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 tener visibilidad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costos ni inventario.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389888"/>
            <a:ext cx="2651760" cy="3337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 las 11pm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perdidos porque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contesta de noche.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El dueño trabaja 14 horas al dia sin datos suficientes para tomar una sola decision correcta.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mercado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Mexico: 600,000 restaurantes y casi ninguno con tecnologia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1938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89888"/>
            <a:ext cx="193852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7276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600K+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8912" y="2468880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Mexico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96312" y="1389888"/>
            <a:ext cx="1938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389888"/>
            <a:ext cx="193852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57276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$280B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87752" y="2468880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en ventas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anuales food 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45152" y="1389888"/>
            <a:ext cx="1938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389888"/>
            <a:ext cx="193852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36592" y="2468880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software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gestion real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93992" y="1389888"/>
            <a:ext cx="1938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93992" y="1389888"/>
            <a:ext cx="193852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157276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85432" y="2468880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basta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servirlos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840480"/>
            <a:ext cx="8449056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9319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capturamos solo el 1% del mercado (6,000 restaurantes):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91363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$57.5M MXN / año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4360" y="43525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con plan base — sin contar agentes premium ni expansion a otras industrias.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 IA que opera todo el restaurante desde WhatsApp — POS incluido.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2651760" cy="342900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8988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3347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cloudbase completo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Comandero para cocina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pantalla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y cortes de turno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544568"/>
            <a:ext cx="2377440" cy="246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445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Listo — en produccion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651760" cy="342900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0876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20848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64992" y="263347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tienda en linea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pagar 30% a Rappi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Reservaciones propias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para pedidos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4544568"/>
            <a:ext cx="2377440" cy="246888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5445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60-70% completado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389888"/>
            <a:ext cx="2651760" cy="342900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389888"/>
            <a:ext cx="26517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50876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17920" y="20848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45352" y="263347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costos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WhatsApp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proactivas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dueno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544568"/>
            <a:ext cx="2377440" cy="246888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54456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80% completado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Todo accesible desde WhatsApp — sin apps, sin capacitacion, sin friccion.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6 Agentes IA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contratas software. Contratas un equipo que trabaja 24/7 sin quejarse.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64008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517904"/>
            <a:ext cx="438912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179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" y="1481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Pedidos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que falta, alerta proveedores, sugiere cantidades basado en ventas.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64008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517904"/>
            <a:ext cx="438912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5179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13632" y="1481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WhatsApp 24/7. Reservaciones, menu, quejas. Memoria de cada cliente.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64008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517904"/>
            <a:ext cx="438912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5179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93992" y="1481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 clientes, envia promos personalizadas, detecta riesgo de churn.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10896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108960"/>
            <a:ext cx="64008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" y="3236976"/>
            <a:ext cx="438912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2369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Reservaciones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373075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por WhatsApp. Overbooking inteligente. Conectado al POS.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08960"/>
            <a:ext cx="64008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3236976"/>
            <a:ext cx="438912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2369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13632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Finanzas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383280" y="373075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discrepancias. Resumen diario automatico al dueno — sin pedirlo.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310896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3108960"/>
            <a:ext cx="64008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3236976"/>
            <a:ext cx="438912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323697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93992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Operaciones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63640" y="3730752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cocina, alertas de 86, coordinacion entre piso y cocina.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 se ve en la practica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dueno le habla al negocio como a un empleado de confianza, por WhatsApp.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1605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4475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 Restaurante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3977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920240"/>
            <a:ext cx="1600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920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vendi ayer?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2395728"/>
            <a:ext cx="3383280" cy="96012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4144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Vendiste $14,320 MXN. Top 3 platillos: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Taco dorado $4,200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Agua fresca $2,800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Torta cochinita $2,100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turno nocturno subio 23% vs lunes.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3456432"/>
            <a:ext cx="23317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camarones para manana?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4023360"/>
            <a:ext cx="3383280" cy="77724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069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3 grupos reservados (12 personas). Stock actual: 800g. Necesitas 2kg min. Hago el pedido a Mariscos Ramirez?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389888"/>
            <a:ext cx="4023360" cy="1051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389888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4996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Respuesta instantanea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19019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dueno ya usa WhatsApp. Cero curva de aprendizaje, cero apps nuevas.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606040"/>
            <a:ext cx="4023360" cy="1051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60604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7157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Memoria real del negocio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56048" y="31181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recuerdan ayer, la semana pasada, el mes anterior.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822192"/>
            <a:ext cx="4023360" cy="1051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A24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822192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931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Conectado al POS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56048" y="43342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viene de datos reales: ventas, inventario, reservaciones.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GrowthSuite gana?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una integracion. Somos el sistema completo.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2514600" cy="438912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716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Capacidad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62072" y="1371600"/>
            <a:ext cx="1371600" cy="438912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Rappi/Uber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3672" y="1371600"/>
            <a:ext cx="1371600" cy="438912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1371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OpenTable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05272" y="1371600"/>
            <a:ext cx="1508760" cy="438912"/>
          </a:xfrm>
          <a:prstGeom prst="rect">
            <a:avLst/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272" y="1371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SoftRestaurant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14032" y="1371600"/>
            <a:ext cx="16916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13716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</a:rPr>
              <a:t>GrowthSuite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1828800"/>
            <a:ext cx="2514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828800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POS completo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62072" y="1828800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1828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33672" y="1828800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1828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05272" y="1828800"/>
            <a:ext cx="15087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05272" y="182880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4032" y="1828800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8288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2231136"/>
            <a:ext cx="2514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31136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Control por WhatsApp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62072" y="2231136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22311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33672" y="2231136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33672" y="22311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05272" y="2231136"/>
            <a:ext cx="15087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05272" y="223113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14032" y="2231136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2311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" y="2633472"/>
            <a:ext cx="2514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633472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Agentes IA proactivos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62072" y="2633472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26334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33672" y="2633472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33672" y="26334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05272" y="2633472"/>
            <a:ext cx="15087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05272" y="263347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14032" y="2633472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6334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7472" y="3035808"/>
            <a:ext cx="2514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035808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Tienda sin comisiones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62072" y="3035808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62072" y="30358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33672" y="3035808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33672" y="30358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605272" y="3035808"/>
            <a:ext cx="15087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05272" y="30358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14032" y="3035808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30358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47472" y="3438144"/>
            <a:ext cx="2514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438144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Reservaciones propias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62072" y="3438144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62072" y="34381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233672" y="3438144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33672" y="34381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605272" y="3438144"/>
            <a:ext cx="15087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05272" y="343814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114032" y="3438144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4032" y="343814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47472" y="3840480"/>
            <a:ext cx="2514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3840480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Memoria de clientes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862072" y="3840480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62072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233672" y="3840480"/>
            <a:ext cx="13716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33672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Parcial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605272" y="3840480"/>
            <a:ext cx="150876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05272" y="38404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1C1C"/>
                </a:solidFill>
              </a:rPr>
              <a:t>No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114032" y="3840480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14032" y="38404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Si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47472" y="4242816"/>
            <a:ext cx="2514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4242816"/>
            <a:ext cx="2514600" cy="40233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Precio accesible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862072" y="4242816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862072" y="42428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30%/venta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233672" y="4242816"/>
            <a:ext cx="13716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33672" y="42428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$2/reserva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605272" y="4242816"/>
            <a:ext cx="150876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05272" y="424281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$2,500+/mes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114032" y="4242816"/>
            <a:ext cx="1691640" cy="402336"/>
          </a:xfrm>
          <a:prstGeom prst="rect">
            <a:avLst/>
          </a:prstGeom>
          <a:solidFill>
            <a:srgbClr val="E6FF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14032" y="424281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$799/mes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Traccion real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propios como laboratorio de producto — no teoria.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2651760" cy="3337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36192"/>
            <a:ext cx="146304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En produccion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Llorona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Restaurante · Taqueria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restaurante real con POS + bot WhatsApp activo. Datos reales de ventas procesados diariamente. Features validados aqui antes de llegar al mercado.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651760" cy="3337560"/>
          </a:xfrm>
          <a:prstGeom prst="rect">
            <a:avLst/>
          </a:prstGeom>
          <a:solidFill>
            <a:srgbClr val="1A24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36192"/>
            <a:ext cx="146304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En produccion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Bambuu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Restaurante · Sushi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contexto de validacion. Confirma patrones de uso en perfil diferente de restaurante. Nos da datos comparativos reales.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389888"/>
            <a:ext cx="2651760" cy="3337560"/>
          </a:xfrm>
          <a:prstGeom prst="rect">
            <a:avLst/>
          </a:prstGeom>
          <a:solidFill>
            <a:srgbClr val="1A243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389888"/>
            <a:ext cx="265176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36192"/>
            <a:ext cx="1463040" cy="274320"/>
          </a:xfrm>
          <a:prstGeom prst="rect">
            <a:avLst/>
          </a:prstGeom>
          <a:solidFill>
            <a:srgbClr val="1A24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Pendiente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Fabrica TOP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Manufactura de hielos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834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prueba fuera del food service. Valida que el cerebro IA es transferible a otras industrias — primera prueba de concepto de la vision plataforma.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Cada negocio propio es un laboratorio real. Features que llegan al mercado ya pasaron por La Llorona o Bambuu.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negocio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recurrente, escalable.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3840480" cy="352044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3840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Plan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$799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MXN / 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completo incluido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WhatsApp 24/7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en linea propia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Reservaciones sin comision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contratos. Cancela cuando quieras.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353312"/>
            <a:ext cx="4251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42519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4708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LTV estimado (24 meses)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06640" y="18470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$19,176 MXN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2414016"/>
            <a:ext cx="4251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41401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CAC objetivo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06640" y="24140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&lt; $1,500 MXN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0" y="2980944"/>
            <a:ext cx="42519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8094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LTV / CAC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06640" y="29809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12.8x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0" y="3547872"/>
            <a:ext cx="42519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547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Churn objetivo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06640" y="354787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&lt; 3% mensual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572000" y="4114800"/>
            <a:ext cx="42519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1148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Margen bruto objetivo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06640" y="411480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&gt; 70%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72000" y="4736592"/>
            <a:ext cx="4251960" cy="2743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7365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Meta año 1: 200 restaurantes = $1.9M MXN ARR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vision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con restaurantes. Construimos el cerebro IA de cualquier negocio.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2651760" cy="3383280"/>
          </a:xfrm>
          <a:prstGeom prst="rect">
            <a:avLst/>
          </a:prstGeom>
          <a:solidFill>
            <a:srgbClr val="1A24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8988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27048"/>
            <a:ext cx="10058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HOY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Empresa 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Restaurantes Mexico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10-50 restaurantes pagando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pilares estables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real con pilotos propios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651760" cy="3383280"/>
          </a:xfrm>
          <a:prstGeom prst="rect">
            <a:avLst/>
          </a:prstGeom>
          <a:solidFill>
            <a:srgbClr val="1A24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8988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27048"/>
            <a:ext cx="10058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AÑO 1-2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8928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Plataforma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Multi-vertical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restaurantes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Expansion: hoteles, panaderias, manufactura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mas autonomos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389888"/>
            <a:ext cx="2651760" cy="3383280"/>
          </a:xfrm>
          <a:prstGeom prst="rect">
            <a:avLst/>
          </a:prstGeom>
          <a:solidFill>
            <a:srgbClr val="1A243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389888"/>
            <a:ext cx="26517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527048"/>
            <a:ext cx="10058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AÑO 3+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8928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Empresa B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217920" y="242316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Cerebro IA de negocios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83464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industria inyectable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cualquier ERP o POS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publica de agentes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791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"Las empresas que ganaron (Salesforce, Shopify, HubSpot) resolvieron un problema para un tipo de cliente, y luego abrieron la plataforma."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3352" y="27432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26664" y="27432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79976" y="27432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33288" y="27432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27432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3352" y="105156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6664" y="105156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105156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3288" y="105156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105156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2880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73352" y="182880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26664" y="182880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9976" y="182880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33288" y="182880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82880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0604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73352" y="260604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26664" y="260604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9976" y="260604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33288" y="260604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86600" y="260604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38328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3352" y="338328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26664" y="338328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9976" y="338328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33288" y="338328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86600" y="3383280"/>
            <a:ext cx="82296" cy="82296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777240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Construyamos juntos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futuro de los restaurantes.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731520" y="2514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GrowthSuite busca el respaldo de Meta PotencIA para escalar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 pilotos a 50 restaurantes en 2026.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05840" y="3291840"/>
            <a:ext cx="2286000" cy="658368"/>
          </a:xfrm>
          <a:prstGeom prst="rect">
            <a:avLst/>
          </a:prstGeom>
          <a:solidFill>
            <a:srgbClr val="1A24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" y="3291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y red de contactos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93008" y="3291840"/>
            <a:ext cx="2286000" cy="658368"/>
          </a:xfrm>
          <a:prstGeom prst="rect">
            <a:avLst/>
          </a:prstGeom>
          <a:solidFill>
            <a:srgbClr val="1A24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493008" y="3291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del modelo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80176" y="3291840"/>
            <a:ext cx="2286000" cy="658368"/>
          </a:xfrm>
          <a:prstGeom prst="rect">
            <a:avLst/>
          </a:prstGeom>
          <a:solidFill>
            <a:srgbClr val="1A24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80176" y="3291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ante inversores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25196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hectoremilio1000@gmail.com   |   GrowthSuite Mexico   |   2026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</a:rPr>
              <a:t>Respaldado por Meta PotencIA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GrowthSuite — Pitch Deck 2026</dc:title>
  <dc:subject>PptxGenJS Presentation</dc:subject>
  <dc:creator>GrowthSuite</dc:creator>
  <cp:lastModifiedBy>GrowthSuite</cp:lastModifiedBy>
  <cp:revision>1</cp:revision>
  <dcterms:created xsi:type="dcterms:W3CDTF">2026-04-09T20:46:37Z</dcterms:created>
  <dcterms:modified xsi:type="dcterms:W3CDTF">2026-04-09T20:46:37Z</dcterms:modified>
</cp:coreProperties>
</file>